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15"/>
  </p:handoutMasterIdLst>
  <p:sldIdLst>
    <p:sldId id="266" r:id="rId4"/>
    <p:sldId id="256" r:id="rId6"/>
    <p:sldId id="257" r:id="rId7"/>
    <p:sldId id="258" r:id="rId8"/>
    <p:sldId id="259" r:id="rId9"/>
    <p:sldId id="260" r:id="rId10"/>
    <p:sldId id="264" r:id="rId11"/>
    <p:sldId id="261" r:id="rId12"/>
    <p:sldId id="262" r:id="rId13"/>
    <p:sldId id="26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C869-D3F0-450B-BBB3-C8FF248A18D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F403-933F-461F-9029-4AD5D875B73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C869-D3F0-450B-BBB3-C8FF248A18D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F403-933F-461F-9029-4AD5D875B73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C869-D3F0-450B-BBB3-C8FF248A18D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F403-933F-461F-9029-4AD5D875B73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C869-D3F0-450B-BBB3-C8FF248A18DA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F403-933F-461F-9029-4AD5D875B73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C869-D3F0-450B-BBB3-C8FF248A18DA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F403-933F-461F-9029-4AD5D875B73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C869-D3F0-450B-BBB3-C8FF248A18DA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F403-933F-461F-9029-4AD5D875B73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C869-D3F0-450B-BBB3-C8FF248A18DA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F403-933F-461F-9029-4AD5D875B73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C869-D3F0-450B-BBB3-C8FF248A18DA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F403-933F-461F-9029-4AD5D875B73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C869-D3F0-450B-BBB3-C8FF248A18DA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F403-933F-461F-9029-4AD5D875B73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C869-D3F0-450B-BBB3-C8FF248A18D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F403-933F-461F-9029-4AD5D875B73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C869-D3F0-450B-BBB3-C8FF248A18D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F403-933F-461F-9029-4AD5D875B73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电脑的屏幕&#10;&#10;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0"/>
                </a:schemeClr>
              </a:gs>
              <a:gs pos="43000">
                <a:schemeClr val="accent2">
                  <a:lumMod val="50000"/>
                  <a:alpha val="2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latin typeface="Arial" panose="020B0704020202020204" pitchFamily="34" charset="0"/>
              <a:sym typeface="Arial" panose="020B0704020202020204" pitchFamily="34" charset="0"/>
            </a:endParaRPr>
          </a:p>
        </p:txBody>
      </p:sp>
      <p:sp>
        <p:nvSpPr>
          <p:cNvPr id="9" name="矩形 8"/>
          <p:cNvSpPr/>
          <p:nvPr userDrawn="1">
            <p:custDataLst>
              <p:tags r:id="rId5"/>
            </p:custDataLst>
          </p:nvPr>
        </p:nvSpPr>
        <p:spPr>
          <a:xfrm flipV="1">
            <a:off x="271462" y="366712"/>
            <a:ext cx="11649076" cy="6210301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lumMod val="20000"/>
                    <a:lumOff val="80000"/>
                    <a:alpha val="20000"/>
                  </a:schemeClr>
                </a:gs>
                <a:gs pos="34000">
                  <a:schemeClr val="accent2">
                    <a:alpha val="0"/>
                  </a:schemeClr>
                </a:gs>
              </a:gsLst>
              <a:lin ang="7800000" scaled="0"/>
            </a:gradFill>
          </a:ln>
          <a:effectLst>
            <a:outerShdw blurRad="3302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latin typeface="Arial" panose="020B0704020202020204" pitchFamily="34" charset="0"/>
              <a:sym typeface="Arial" panose="020B07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6"/>
            </p:custDataLst>
          </p:nvPr>
        </p:nvSpPr>
        <p:spPr>
          <a:xfrm>
            <a:off x="1163955" y="523875"/>
            <a:ext cx="6628130" cy="3411855"/>
          </a:xfrm>
        </p:spPr>
        <p:txBody>
          <a:bodyPr wrap="square" anchor="b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defRPr sz="4800">
                <a:solidFill>
                  <a:schemeClr val="lt1">
                    <a:lumMod val="100000"/>
                  </a:schemeClr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7"/>
            </p:custDataLst>
          </p:nvPr>
        </p:nvSpPr>
        <p:spPr/>
        <p:txBody>
          <a:bodyPr wrap="square">
            <a:noAutofit/>
          </a:bodyPr>
          <a:lstStyle>
            <a:lvl1pPr>
              <a:defRPr>
                <a:latin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8"/>
            </p:custDataLst>
          </p:nvPr>
        </p:nvSpPr>
        <p:spPr/>
        <p:txBody>
          <a:bodyPr>
            <a:no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Autofit/>
          </a:bodyPr>
          <a:lstStyle>
            <a:lvl1pPr>
              <a:defRPr>
                <a:latin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 userDrawn="1">
            <p:ph type="body" sz="quarter" idx="17" hasCustomPrompt="1"/>
            <p:custDataLst>
              <p:tags r:id="rId10"/>
            </p:custDataLst>
          </p:nvPr>
        </p:nvSpPr>
        <p:spPr>
          <a:xfrm>
            <a:off x="1163638" y="4553893"/>
            <a:ext cx="6628158" cy="106435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lt1">
                    <a:lumMod val="100000"/>
                  </a:schemeClr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>
                <a:latin typeface="+mn-lt"/>
              </a:rPr>
              <a:t>Click to add text</a:t>
            </a:r>
            <a:endParaRPr lang="en-US"/>
          </a:p>
        </p:txBody>
      </p:sp>
      <p:sp>
        <p:nvSpPr>
          <p:cNvPr id="15" name="矩形 14"/>
          <p:cNvSpPr/>
          <p:nvPr userDrawn="1">
            <p:custDataLst>
              <p:tags r:id="rId11"/>
            </p:custDataLst>
          </p:nvPr>
        </p:nvSpPr>
        <p:spPr>
          <a:xfrm>
            <a:off x="1163638" y="4304430"/>
            <a:ext cx="684000" cy="2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l"/>
            <a:endParaRPr lang="en-US">
              <a:solidFill>
                <a:schemeClr val="accent1"/>
              </a:solidFill>
              <a:latin typeface="Arial" panose="020B0704020202020204" pitchFamily="34" charset="0"/>
              <a:sym typeface="Arial" panose="020B07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DDC869-D3F0-450B-BBB3-C8FF248A18D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98F403-933F-461F-9029-4AD5D875B73A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4800" y="1235075"/>
            <a:ext cx="10800000" cy="48917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4800" y="6356350"/>
            <a:ext cx="2743200" cy="365125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6"/>
            </p:custDataLst>
          </p:nvPr>
        </p:nvSpPr>
        <p:spPr>
          <a:xfrm>
            <a:off x="8751600" y="6356350"/>
            <a:ext cx="2743200" cy="365125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Arial" panose="020B0704020202020204" pitchFamily="34" charset="0"/>
          <a:sym typeface="Arial" panose="020B07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7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Arial" panose="020B0704020202020204" pitchFamily="34" charset="0"/>
          <a:sym typeface="Arial" panose="020B07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7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7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7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7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250315" y="802005"/>
            <a:ext cx="8369300" cy="19411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 b="1">
                <a:solidFill>
                  <a:schemeClr val="lt1"/>
                </a:solidFill>
              </a:rPr>
              <a:t>RV College Of Engineering_Code Crusaders</a:t>
            </a:r>
            <a:endParaRPr lang="en-US">
              <a:solidFill>
                <a:schemeClr val="lt1"/>
              </a:solidFill>
            </a:endParaRPr>
          </a:p>
          <a:p>
            <a:endParaRPr lang="en-US">
              <a:solidFill>
                <a:schemeClr val="lt1"/>
              </a:solidFill>
            </a:endParaRPr>
          </a:p>
          <a:p>
            <a:r>
              <a:rPr lang="en-US" sz="2000" b="1" u="sng">
                <a:solidFill>
                  <a:schemeClr val="lt1"/>
                </a:solidFill>
              </a:rPr>
              <a:t>Team Members:</a:t>
            </a:r>
            <a:endParaRPr lang="en-US" sz="2000" b="1" u="sng">
              <a:solidFill>
                <a:schemeClr val="lt1"/>
              </a:solidFill>
            </a:endParaRPr>
          </a:p>
          <a:p>
            <a:r>
              <a:rPr lang="en-US">
                <a:solidFill>
                  <a:schemeClr val="lt1"/>
                </a:solidFill>
              </a:rPr>
              <a:t>Daivik Mankame</a:t>
            </a:r>
            <a:endParaRPr lang="en-US">
              <a:solidFill>
                <a:schemeClr val="lt1"/>
              </a:solidFill>
            </a:endParaRPr>
          </a:p>
          <a:p>
            <a:r>
              <a:rPr lang="en-US">
                <a:solidFill>
                  <a:schemeClr val="lt1"/>
                </a:solidFill>
              </a:rPr>
              <a:t>Avishi Singh</a:t>
            </a:r>
            <a:endParaRPr lang="en-US">
              <a:solidFill>
                <a:schemeClr val="lt1"/>
              </a:solidFill>
            </a:endParaRPr>
          </a:p>
          <a:p>
            <a:r>
              <a:rPr lang="en-US">
                <a:solidFill>
                  <a:schemeClr val="lt1"/>
                </a:solidFill>
              </a:rPr>
              <a:t>Stuthi Mathapati</a:t>
            </a:r>
            <a:endParaRPr lang="en-US">
              <a:solidFill>
                <a:schemeClr val="lt1"/>
              </a:solidFill>
            </a:endParaRPr>
          </a:p>
          <a:p>
            <a:r>
              <a:rPr lang="en-US">
                <a:solidFill>
                  <a:schemeClr val="lt1"/>
                </a:solidFill>
              </a:rPr>
              <a:t>Aditi Mandviya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1"/>
            </p:custDataLst>
          </p:nvPr>
        </p:nvSpPr>
        <p:spPr>
          <a:xfrm>
            <a:off x="1257300" y="4553585"/>
            <a:ext cx="7392035" cy="1581150"/>
          </a:xfrm>
        </p:spPr>
        <p:txBody>
          <a:bodyPr wrap="square">
            <a:normAutofit/>
          </a:bodyPr>
          <a:lstStyle/>
          <a:p>
            <a:r>
              <a:rPr lang="en-US" altLang="en-US" sz="2000"/>
              <a:t>PostureAlert transforms any webcam into an AI posture coach that detects bad posture in real time and delivers instant ergonomics corrections before discomfort becomes damage.</a:t>
            </a:r>
            <a:endParaRPr lang="en-US" altLang="en-US" sz="2000"/>
          </a:p>
        </p:txBody>
      </p:sp>
      <p:sp>
        <p:nvSpPr>
          <p:cNvPr id="3" name="标题 2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257300" y="2554605"/>
            <a:ext cx="8362315" cy="1377315"/>
          </a:xfrm>
        </p:spPr>
        <p:txBody>
          <a:bodyPr wrap="square">
            <a:normAutofit/>
          </a:bodyPr>
          <a:lstStyle/>
          <a:p>
            <a:r>
              <a:rPr lang="en-US" sz="2665" u="sng" dirty="0">
                <a:latin typeface="Avenir Next Bold" panose="020B0803020202020204" charset="0"/>
                <a:cs typeface="Avenir Next Bold" panose="020B0803020202020204" charset="0"/>
              </a:rPr>
              <a:t>PostureAlert</a:t>
            </a:r>
            <a:r>
              <a:rPr lang="en-US" sz="2665" b="0" u="sng" dirty="0">
                <a:latin typeface="Avenir Next" panose="020B0803020202020204" charset="0"/>
                <a:cs typeface="Avenir Next" panose="020B0803020202020204" charset="0"/>
              </a:rPr>
              <a:t> </a:t>
            </a:r>
            <a:r>
              <a:rPr lang="en-US" sz="2665" b="0" dirty="0">
                <a:latin typeface="Avenir Next" panose="020B0803020202020204" charset="0"/>
                <a:cs typeface="Avenir Next" panose="020B0803020202020204" charset="0"/>
              </a:rPr>
              <a:t>- A Webcam-based Posture</a:t>
            </a:r>
            <a:br>
              <a:rPr lang="en-US" sz="2665" b="0" dirty="0">
                <a:latin typeface="Avenir Next" panose="020B0803020202020204" charset="0"/>
                <a:cs typeface="Avenir Next" panose="020B0803020202020204" charset="0"/>
              </a:rPr>
            </a:br>
            <a:r>
              <a:rPr lang="en-US" sz="2665" b="0" dirty="0">
                <a:latin typeface="Avenir Next" panose="020B0803020202020204" charset="0"/>
                <a:cs typeface="Avenir Next" panose="020B0803020202020204" charset="0"/>
              </a:rPr>
              <a:t>                         Corrector</a:t>
            </a:r>
            <a:endParaRPr lang="en-US" sz="2665" b="0" dirty="0">
              <a:latin typeface="Avenir Next" panose="020B0803020202020204" charset="0"/>
              <a:cs typeface="Avenir Next" panose="020B080302020202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8" y="0"/>
            <a:ext cx="1218672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5" y="0"/>
            <a:ext cx="121841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3"/>
  <p:tag name="KSO_WM_UNIT_ID" val="_1*f*3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73"/>
</p:tagLst>
</file>

<file path=ppt/tags/tag11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5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73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73"/>
</p:tagLst>
</file>

<file path=ppt/tags/tag16.xml><?xml version="1.0" encoding="utf-8"?>
<p:tagLst xmlns:p="http://schemas.openxmlformats.org/presentationml/2006/main">
  <p:tag name="KSO_WM_UNIT_SUBTYPE" val="b"/>
  <p:tag name="KSO_WM_UNIT_PRESET_TEXT" val="Name"/>
  <p:tag name="KSO_WM_UNIT_NOCLEAR" val="0"/>
  <p:tag name="KSO_WM_UNIT_VALUE" val="144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473_1*f*1"/>
  <p:tag name="KSO_WM_TEMPLATE_CATEGORY" val="custom"/>
  <p:tag name="KSO_WM_TEMPLATE_INDEX" val="20233473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3_1*a*1"/>
  <p:tag name="KSO_WM_TEMPLATE_CATEGORY" val="custom"/>
  <p:tag name="KSO_WM_TEMPLATE_INDEX" val="20233473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3473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3"/>
  <p:tag name="KSO_WM_SLIDE_LAYOUT" val="a_f"/>
  <p:tag name="KSO_WM_SLIDE_LAYOUT_CNT" val="1_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紫金">
      <a:dk1>
        <a:srgbClr val="000000"/>
      </a:dk1>
      <a:lt1>
        <a:srgbClr val="FFFFFF"/>
      </a:lt1>
      <a:dk2>
        <a:srgbClr val="140831"/>
      </a:dk2>
      <a:lt2>
        <a:srgbClr val="ECE6FA"/>
      </a:lt2>
      <a:accent1>
        <a:srgbClr val="D9AB7D"/>
      </a:accent1>
      <a:accent2>
        <a:srgbClr val="27125A"/>
      </a:accent2>
      <a:accent3>
        <a:srgbClr val="63489A"/>
      </a:accent3>
      <a:accent4>
        <a:srgbClr val="FF8001"/>
      </a:accent4>
      <a:accent5>
        <a:srgbClr val="4B4BE5"/>
      </a:accent5>
      <a:accent6>
        <a:srgbClr val="29D5AF"/>
      </a:accent6>
      <a:hlink>
        <a:srgbClr val="0563C1"/>
      </a:hlink>
      <a:folHlink>
        <a:srgbClr val="954F72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356</Words>
  <Application>WPS Presentation</Application>
  <PresentationFormat>Widescreen</PresentationFormat>
  <Paragraphs>12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8" baseType="lpstr">
      <vt:lpstr>Arial</vt:lpstr>
      <vt:lpstr>SimSun</vt:lpstr>
      <vt:lpstr>Wingdings</vt:lpstr>
      <vt:lpstr>Avenir Next Bold</vt:lpstr>
      <vt:lpstr>Avenir Next</vt:lpstr>
      <vt:lpstr>Lato</vt:lpstr>
      <vt:lpstr>Microsoft YaHei</vt:lpstr>
      <vt:lpstr>汉仪旗黑</vt:lpstr>
      <vt:lpstr>Aptos Display</vt:lpstr>
      <vt:lpstr>Helvetica Neue</vt:lpstr>
      <vt:lpstr>Aptos</vt:lpstr>
      <vt:lpstr>Manrope ExtraBold</vt:lpstr>
      <vt:lpstr>苹方-简</vt:lpstr>
      <vt:lpstr>Calibri</vt:lpstr>
      <vt:lpstr>宋体-简</vt:lpstr>
      <vt:lpstr>Arial Unicode MS</vt:lpstr>
      <vt:lpstr>Office Theme</vt:lpstr>
      <vt:lpstr>1_Office Theme</vt:lpstr>
      <vt:lpstr>PostureAlert - A Webcam-based Posture                          Corrector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Aditi Mandviya</dc:creator>
  <cp:lastModifiedBy>WPS_1767184109</cp:lastModifiedBy>
  <cp:revision>5</cp:revision>
  <dcterms:created xsi:type="dcterms:W3CDTF">2026-05-08T17:58:24Z</dcterms:created>
  <dcterms:modified xsi:type="dcterms:W3CDTF">2026-05-08T17:58:24Z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1033-12.1.25880.25880</vt:lpwstr>
  </property>
  <property fmtid="{D5CDD505-2E9C-101B-9397-08002B2CF9AE}" pid="3" name="ICV">
    <vt:lpwstr>26271E6DAA2433684024FE697633D06F_43</vt:lpwstr>
  </property>
</Properties>
</file>