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8DF5-7F33-18CE-71FC-9E95F376A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4F8B9-156D-1ED6-02AA-1D2287D59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8060D-6752-D97C-9CD0-CA600136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C43C2-D05C-FDF5-DCD6-7E70A181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DD0DB-EED4-58F7-59F1-4D1C7130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80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43CE-0564-FFC9-3F6D-EB9E90B3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29858-D97E-47BF-DFFE-256C50003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EA29D-9966-E5EA-586B-E1B399EF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FB313-7745-2999-D060-9DB955C65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B702-60AA-C9D0-9CF1-34240731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93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C68ED-3D38-3657-4C04-77A8B9B8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E300B-B223-BCBB-B942-D042A513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413E7-9880-7B38-5950-9270FBC73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9A1EC-1AE0-9B23-9752-50D5FE6B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3756D-F894-1D66-56D2-EC8263CD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97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80C3-CFF2-E7FC-DD95-5469347F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D500A-B84C-5D2A-4769-F4388ABE5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288E2-354C-8BD7-01A0-FCF2AF35A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44A46-17B8-A8D1-B6D9-59273E82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2636E-791E-B744-8D62-7F6A9289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8B74E-AD2C-892F-E2F0-C69F9971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96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E07B-28D4-37F8-445B-343156B8A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17BC3-BA14-1332-6934-0F3B4642C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D8888-4E48-CBC4-BAB9-88AE18D10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5C805-65AA-1D99-76AE-31827733D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3FCD4B-C1DF-E4AA-BFD8-6C3FA065D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32706-9DDC-BEE8-246E-D9FFA8EA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E00ED-5629-D0B4-E6FE-BFCBE36EF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F60-D6A5-F54C-E900-81500268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8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E5A9-08BE-BC20-2E44-76273F12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4FCCF-0A28-83B0-DB6F-7AA03093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192EA-B032-FCE2-9336-BD619257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FFD63-3A53-E882-C36D-8065C752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82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DD6A5-B2E2-F201-FAB0-CFD839DD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AC994-FCA2-F56F-812E-231CC954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9F080-0B28-40C2-811D-BD2577EB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05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5C55-9876-5A72-B5E4-83EE3CDA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33FEF-CB5B-6A9F-A4F3-A40FA0F2A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4D681-6DBB-CD92-42B2-D68C289AF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AD506-10B8-2B94-2774-B48C91DF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CAFDE-B7BB-E99C-7C12-396DE159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55FAB-929F-A44E-973F-E562A85B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557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503F-28A5-EDC4-CBD6-9ADAF25C6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44DE7-BF91-9222-ACE9-A38B32A85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5057F-5FEE-3C90-9C9F-B3AF55B73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9B8ED-307B-4403-B54D-DFF129AB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51994-CF3F-C3CC-3AE7-B8E75BE0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FA917-DEE4-8FAA-5508-DBA62237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4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163F-7CAC-30CA-6E47-90B134E2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26E82-2142-1201-B9F4-B89ADA00D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DBF35-731B-D778-3A55-16DD3C35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06220-58B4-37A9-396F-A62353C66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615E-E34A-4B4B-C6A2-82B36876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70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FAD242-EFEF-4947-F54D-A737E0950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9F9FA-6DF8-450C-D28C-C706FD260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92136-90DC-C740-005A-1E8C9923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D7AA4-6C2F-32EA-7E7F-603379FD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B149D-1811-8BE7-066A-97EDDB73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8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4EF05-0424-C115-30D2-09EA7079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E0CDB-9432-6134-C089-20B7EACE1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FA939-82A6-F421-583F-4D5F8D82B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DC869-D3F0-450B-BBB3-C8FF248A18D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AFFBA-2283-7856-127D-9522C22D4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F3147-7C87-F23C-8C1B-6026DAD4C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8F403-933F-461F-9029-4AD5D875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8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CAAC4A-238F-AE58-EAAB-C5D925FE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26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1BD528-E5A2-2D39-5964-F39CEBE5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" y="0"/>
            <a:ext cx="12186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0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100BBE-BC5E-084E-F43A-5E41EE9AC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5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16AB86-1220-F75E-F096-F0AC3F8D3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1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29589-B409-BEAB-F33B-F329F92E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6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C32E2-8C70-3216-B98D-450A0432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3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02801-EBF4-C162-59E9-333CA60B4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3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77E6C7-293A-3AD5-A6F7-52F291284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" y="0"/>
            <a:ext cx="12184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3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202EF-5231-431A-C8E1-34AB2E2D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32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Aditi Mandviya</dc:creator>
  <cp:lastModifiedBy>Aditi Mandviya</cp:lastModifiedBy>
  <cp:revision>2</cp:revision>
  <dcterms:created xsi:type="dcterms:W3CDTF">2026-05-05T13:08:46Z</dcterms:created>
  <dcterms:modified xsi:type="dcterms:W3CDTF">2026-05-05T13:49:18Z</dcterms:modified>
</cp:coreProperties>
</file>